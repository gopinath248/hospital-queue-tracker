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69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Digital Marketing &amp; Leads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Palatino Linotype" panose="02040502050505030304" pitchFamily="18" charset="0"/>
              </a:rPr>
              <a:t>Introduction</a:t>
            </a:r>
          </a:p>
        </p:txBody>
      </p:sp>
      <p:pic>
        <p:nvPicPr>
          <p:cNvPr id="4" name="Picture 3" descr="d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promotion using internet</a:t>
            </a:r>
          </a:p>
        </p:txBody>
      </p:sp>
      <p:pic>
        <p:nvPicPr>
          <p:cNvPr id="4" name="Picture 3" descr="d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Digital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growth</a:t>
            </a:r>
          </a:p>
        </p:txBody>
      </p:sp>
      <p:pic>
        <p:nvPicPr>
          <p:cNvPr id="4" name="Picture 3" descr="d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Interested customer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Generation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ad to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34</Words>
  <Application>Microsoft Office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Palatino Linotype</vt:lpstr>
      <vt:lpstr>Office Theme</vt:lpstr>
      <vt:lpstr>Digital Marketing &amp; Leads</vt:lpstr>
      <vt:lpstr>What is Digital Marketing?</vt:lpstr>
      <vt:lpstr>Importance of Digital Marketing</vt:lpstr>
      <vt:lpstr>What is a Lead?</vt:lpstr>
      <vt:lpstr>Lead Generation Process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&amp; Leads</dc:title>
  <dc:subject/>
  <dc:creator/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2026-01-12T05:48:29Z</dcterms:modified>
  <cp:category/>
</cp:coreProperties>
</file>